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c623118d248d0" /><Relationship Type="http://schemas.openxmlformats.org/officeDocument/2006/relationships/extended-properties" Target="/docProps/app.xml" Id="R94e1555383104565" /><Relationship Type="http://schemas.openxmlformats.org/officeDocument/2006/relationships/officeDocument" Target="/ppt/presentation.xml" Id="R4beb234a72ed4d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fad5b2ca74f31"/>
  </p:sldMasterIdLst>
  <p:notesMasterIdLst>
    <p:notesMasterId xmlns:r="http://schemas.openxmlformats.org/officeDocument/2006/relationships" r:id="R48e36659ad7845d7"/>
  </p:notesMasterIdLst>
  <p:sldIdLst>
    <p:sldId xmlns:r="http://schemas.openxmlformats.org/officeDocument/2006/relationships" id="256" r:id="Rf76c0fe1420241b8"/>
    <p:sldId xmlns:r="http://schemas.openxmlformats.org/officeDocument/2006/relationships" id="257" r:id="R77b502fe05f142cb"/>
    <p:sldId xmlns:r="http://schemas.openxmlformats.org/officeDocument/2006/relationships" id="258" r:id="R01eea923b37749eb"/>
    <p:sldId xmlns:r="http://schemas.openxmlformats.org/officeDocument/2006/relationships" id="259" r:id="R53fb9bfc9d7e4eaf"/>
    <p:sldId xmlns:r="http://schemas.openxmlformats.org/officeDocument/2006/relationships" id="260" r:id="R6513c51775e540d3"/>
    <p:sldId xmlns:r="http://schemas.openxmlformats.org/officeDocument/2006/relationships" id="261" r:id="R9452e215c1a340da"/>
    <p:sldId xmlns:r="http://schemas.openxmlformats.org/officeDocument/2006/relationships" id="262" r:id="Rc90efaede73844bf"/>
    <p:sldId xmlns:r="http://schemas.openxmlformats.org/officeDocument/2006/relationships" id="263" r:id="R75ed4f2374044e84"/>
    <p:sldId xmlns:r="http://schemas.openxmlformats.org/officeDocument/2006/relationships" id="264" r:id="R4b30972d68e54844"/>
    <p:sldId xmlns:r="http://schemas.openxmlformats.org/officeDocument/2006/relationships" id="265" r:id="Re57ffe0a10554b18"/>
    <p:sldId xmlns:r="http://schemas.openxmlformats.org/officeDocument/2006/relationships" id="266" r:id="R7338baca393548f3"/>
    <p:sldId xmlns:r="http://schemas.openxmlformats.org/officeDocument/2006/relationships" id="267" r:id="R2c0a9e76a6bd483d"/>
    <p:sldId xmlns:r="http://schemas.openxmlformats.org/officeDocument/2006/relationships" id="268" r:id="R67c72e72dca94d4c"/>
    <p:sldId xmlns:r="http://schemas.openxmlformats.org/officeDocument/2006/relationships" id="269" r:id="Rcd142c2c99394333"/>
    <p:sldId xmlns:r="http://schemas.openxmlformats.org/officeDocument/2006/relationships" id="270" r:id="R64abf729a7db44fd"/>
    <p:sldId xmlns:r="http://schemas.openxmlformats.org/officeDocument/2006/relationships" id="271" r:id="Rb7bd30e5c77a4c32"/>
    <p:sldId xmlns:r="http://schemas.openxmlformats.org/officeDocument/2006/relationships" id="272" r:id="R6a776d0749e14dbe"/>
    <p:sldId xmlns:r="http://schemas.openxmlformats.org/officeDocument/2006/relationships" id="273" r:id="R88baf437ceed4de0"/>
    <p:sldId xmlns:r="http://schemas.openxmlformats.org/officeDocument/2006/relationships" id="274" r:id="R7b6d85396c274ded"/>
    <p:sldId xmlns:r="http://schemas.openxmlformats.org/officeDocument/2006/relationships" id="275" r:id="Rbe4cfb264e104d47"/>
    <p:sldId xmlns:r="http://schemas.openxmlformats.org/officeDocument/2006/relationships" id="276" r:id="R9efce6f5d2944737"/>
    <p:sldId xmlns:r="http://schemas.openxmlformats.org/officeDocument/2006/relationships" id="277" r:id="Rfc65a4c48d3d48eb"/>
    <p:sldId xmlns:r="http://schemas.openxmlformats.org/officeDocument/2006/relationships" id="278" r:id="R96fccf510e76469b"/>
    <p:sldId xmlns:r="http://schemas.openxmlformats.org/officeDocument/2006/relationships" id="279" r:id="Rb0879b91a23b4995"/>
    <p:sldId xmlns:r="http://schemas.openxmlformats.org/officeDocument/2006/relationships" id="280" r:id="Rdc9832d675534a21"/>
    <p:sldId xmlns:r="http://schemas.openxmlformats.org/officeDocument/2006/relationships" id="281" r:id="R867d4f5a35f0445e"/>
    <p:sldId xmlns:r="http://schemas.openxmlformats.org/officeDocument/2006/relationships" id="282" r:id="Rd90cd322deda4062"/>
    <p:sldId xmlns:r="http://schemas.openxmlformats.org/officeDocument/2006/relationships" id="283" r:id="Ra79343e3a2d744df"/>
    <p:sldId xmlns:r="http://schemas.openxmlformats.org/officeDocument/2006/relationships" id="284" r:id="R546721b5d6394861"/>
    <p:sldId xmlns:r="http://schemas.openxmlformats.org/officeDocument/2006/relationships" id="285" r:id="R232d8546c3bd4094"/>
    <p:sldId xmlns:r="http://schemas.openxmlformats.org/officeDocument/2006/relationships" id="286" r:id="Rcd5737bdabdb4ff7"/>
    <p:sldId xmlns:r="http://schemas.openxmlformats.org/officeDocument/2006/relationships" id="287" r:id="R6f841dc333f847c4"/>
    <p:sldId xmlns:r="http://schemas.openxmlformats.org/officeDocument/2006/relationships" id="288" r:id="R7e40174fa51b420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67400d39c74574" /><Relationship Type="http://schemas.openxmlformats.org/officeDocument/2006/relationships/slideMaster" Target="/ppt/slideMasters/slideMaster1.xml" Id="Rda0fad5b2ca74f31" /><Relationship Type="http://schemas.openxmlformats.org/officeDocument/2006/relationships/notesMaster" Target="/ppt/notesMasters/notesMaster1.xml" Id="R48e36659ad7845d7" /><Relationship Type="http://schemas.openxmlformats.org/officeDocument/2006/relationships/presProps" Target="/ppt/presProps.xml" Id="R391989a760564dda" /><Relationship Type="http://schemas.openxmlformats.org/officeDocument/2006/relationships/tableStyles" Target="/ppt/tableStyles.xml" Id="R6e786b7251cd45d5" /><Relationship Type="http://schemas.openxmlformats.org/officeDocument/2006/relationships/slide" Target="/ppt/slides/slide1.xml" Id="Rf76c0fe1420241b8" /><Relationship Type="http://schemas.openxmlformats.org/officeDocument/2006/relationships/slide" Target="/ppt/slides/slide2.xml" Id="R77b502fe05f142cb" /><Relationship Type="http://schemas.openxmlformats.org/officeDocument/2006/relationships/slide" Target="/ppt/slides/slide3.xml" Id="R01eea923b37749eb" /><Relationship Type="http://schemas.openxmlformats.org/officeDocument/2006/relationships/slide" Target="/ppt/slides/slide4.xml" Id="R53fb9bfc9d7e4eaf" /><Relationship Type="http://schemas.openxmlformats.org/officeDocument/2006/relationships/slide" Target="/ppt/slides/slide5.xml" Id="R6513c51775e540d3" /><Relationship Type="http://schemas.openxmlformats.org/officeDocument/2006/relationships/slide" Target="/ppt/slides/slide6.xml" Id="R9452e215c1a340da" /><Relationship Type="http://schemas.openxmlformats.org/officeDocument/2006/relationships/slide" Target="/ppt/slides/slide7.xml" Id="Rc90efaede73844bf" /><Relationship Type="http://schemas.openxmlformats.org/officeDocument/2006/relationships/slide" Target="/ppt/slides/slide8.xml" Id="R75ed4f2374044e84" /><Relationship Type="http://schemas.openxmlformats.org/officeDocument/2006/relationships/slide" Target="/ppt/slides/slide9.xml" Id="R4b30972d68e54844" /><Relationship Type="http://schemas.openxmlformats.org/officeDocument/2006/relationships/slide" Target="/ppt/slides/slide10.xml" Id="Re57ffe0a10554b18" /><Relationship Type="http://schemas.openxmlformats.org/officeDocument/2006/relationships/slide" Target="/ppt/slides/slide11.xml" Id="R7338baca393548f3" /><Relationship Type="http://schemas.openxmlformats.org/officeDocument/2006/relationships/slide" Target="/ppt/slides/slide12.xml" Id="R2c0a9e76a6bd483d" /><Relationship Type="http://schemas.openxmlformats.org/officeDocument/2006/relationships/slide" Target="/ppt/slides/slide13.xml" Id="R67c72e72dca94d4c" /><Relationship Type="http://schemas.openxmlformats.org/officeDocument/2006/relationships/slide" Target="/ppt/slides/slide14.xml" Id="Rcd142c2c99394333" /><Relationship Type="http://schemas.openxmlformats.org/officeDocument/2006/relationships/slide" Target="/ppt/slides/slide15.xml" Id="R64abf729a7db44fd" /><Relationship Type="http://schemas.openxmlformats.org/officeDocument/2006/relationships/slide" Target="/ppt/slides/slide16.xml" Id="Rb7bd30e5c77a4c32" /><Relationship Type="http://schemas.openxmlformats.org/officeDocument/2006/relationships/slide" Target="/ppt/slides/slide17.xml" Id="R6a776d0749e14dbe" /><Relationship Type="http://schemas.openxmlformats.org/officeDocument/2006/relationships/slide" Target="/ppt/slides/slide18.xml" Id="R88baf437ceed4de0" /><Relationship Type="http://schemas.openxmlformats.org/officeDocument/2006/relationships/slide" Target="/ppt/slides/slide19.xml" Id="R7b6d85396c274ded" /><Relationship Type="http://schemas.openxmlformats.org/officeDocument/2006/relationships/slide" Target="/ppt/slides/slide20.xml" Id="Rbe4cfb264e104d47" /><Relationship Type="http://schemas.openxmlformats.org/officeDocument/2006/relationships/slide" Target="/ppt/slides/slide21.xml" Id="R9efce6f5d2944737" /><Relationship Type="http://schemas.openxmlformats.org/officeDocument/2006/relationships/slide" Target="/ppt/slides/slide22.xml" Id="Rfc65a4c48d3d48eb" /><Relationship Type="http://schemas.openxmlformats.org/officeDocument/2006/relationships/slide" Target="/ppt/slides/slide23.xml" Id="R96fccf510e76469b" /><Relationship Type="http://schemas.openxmlformats.org/officeDocument/2006/relationships/slide" Target="/ppt/slides/slide24.xml" Id="Rb0879b91a23b4995" /><Relationship Type="http://schemas.openxmlformats.org/officeDocument/2006/relationships/slide" Target="/ppt/slides/slide25.xml" Id="Rdc9832d675534a21" /><Relationship Type="http://schemas.openxmlformats.org/officeDocument/2006/relationships/slide" Target="/ppt/slides/slide26.xml" Id="R867d4f5a35f0445e" /><Relationship Type="http://schemas.openxmlformats.org/officeDocument/2006/relationships/slide" Target="/ppt/slides/slide27.xml" Id="Rd90cd322deda4062" /><Relationship Type="http://schemas.openxmlformats.org/officeDocument/2006/relationships/slide" Target="/ppt/slides/slide28.xml" Id="Ra79343e3a2d744df" /><Relationship Type="http://schemas.openxmlformats.org/officeDocument/2006/relationships/slide" Target="/ppt/slides/slide29.xml" Id="R546721b5d6394861" /><Relationship Type="http://schemas.openxmlformats.org/officeDocument/2006/relationships/slide" Target="/ppt/slides/slide30.xml" Id="R232d8546c3bd4094" /><Relationship Type="http://schemas.openxmlformats.org/officeDocument/2006/relationships/slide" Target="/ppt/slides/slide31.xml" Id="Rcd5737bdabdb4ff7" /><Relationship Type="http://schemas.openxmlformats.org/officeDocument/2006/relationships/slide" Target="/ppt/slides/slide32.xml" Id="R6f841dc333f847c4" /><Relationship Type="http://schemas.openxmlformats.org/officeDocument/2006/relationships/slide" Target="/ppt/slides/slide33.xml" Id="R7e40174fa51b42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1d823949a4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79001ec80b4018" /><Relationship Type="http://schemas.openxmlformats.org/officeDocument/2006/relationships/notesMaster" Target="/ppt/notesMasters/notesMaster1.xml" Id="R0df02d3a6242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f3cd6679224855" /><Relationship Type="http://schemas.openxmlformats.org/officeDocument/2006/relationships/notesMaster" Target="/ppt/notesMasters/notesMaster1.xml" Id="Rc4d9415998034c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8f963eda6e437b" /><Relationship Type="http://schemas.openxmlformats.org/officeDocument/2006/relationships/notesMaster" Target="/ppt/notesMasters/notesMaster1.xml" Id="Rdb889cf5824b47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9b5561038a4146" /><Relationship Type="http://schemas.openxmlformats.org/officeDocument/2006/relationships/notesMaster" Target="/ppt/notesMasters/notesMaster1.xml" Id="R04fb2ecbc2d14a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e2a8961fad4671" /><Relationship Type="http://schemas.openxmlformats.org/officeDocument/2006/relationships/notesMaster" Target="/ppt/notesMasters/notesMaster1.xml" Id="Rd42ff3f141c244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4aa570f6e8433c" /><Relationship Type="http://schemas.openxmlformats.org/officeDocument/2006/relationships/notesMaster" Target="/ppt/notesMasters/notesMaster1.xml" Id="R3642bdc3d6954a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e52547beee4a82" /><Relationship Type="http://schemas.openxmlformats.org/officeDocument/2006/relationships/notesMaster" Target="/ppt/notesMasters/notesMaster1.xml" Id="R6c0981c57dd147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19ec1088924ccc" /><Relationship Type="http://schemas.openxmlformats.org/officeDocument/2006/relationships/notesMaster" Target="/ppt/notesMasters/notesMaster1.xml" Id="R5d6e1a44f43c4e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c024deb0aa4800" /><Relationship Type="http://schemas.openxmlformats.org/officeDocument/2006/relationships/notesMaster" Target="/ppt/notesMasters/notesMaster1.xml" Id="R6bfd565feab047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c092dd63e4bd7" /><Relationship Type="http://schemas.openxmlformats.org/officeDocument/2006/relationships/notesMaster" Target="/ppt/notesMasters/notesMaster1.xml" Id="Rfbac3439e66a49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b721150c764151" /><Relationship Type="http://schemas.openxmlformats.org/officeDocument/2006/relationships/notesMaster" Target="/ppt/notesMasters/notesMaster1.xml" Id="R86ff636bf29544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ec9dbac2754afc" /><Relationship Type="http://schemas.openxmlformats.org/officeDocument/2006/relationships/notesMaster" Target="/ppt/notesMasters/notesMaster1.xml" Id="Red2bd137a1784c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df98a5e03a4d06" /><Relationship Type="http://schemas.openxmlformats.org/officeDocument/2006/relationships/notesMaster" Target="/ppt/notesMasters/notesMaster1.xml" Id="R77ca3bf65d7e4f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a30f97161f4607" /><Relationship Type="http://schemas.openxmlformats.org/officeDocument/2006/relationships/notesMaster" Target="/ppt/notesMasters/notesMaster1.xml" Id="R239775ab1bda42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51c1738ce54cb8" /><Relationship Type="http://schemas.openxmlformats.org/officeDocument/2006/relationships/notesMaster" Target="/ppt/notesMasters/notesMaster1.xml" Id="R102ee269e64240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8bf8f0fde64aad" /><Relationship Type="http://schemas.openxmlformats.org/officeDocument/2006/relationships/notesMaster" Target="/ppt/notesMasters/notesMaster1.xml" Id="R0cc4b9d8a6c74e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339edb7f364284" /><Relationship Type="http://schemas.openxmlformats.org/officeDocument/2006/relationships/notesMaster" Target="/ppt/notesMasters/notesMaster1.xml" Id="R2d51f4ad5e144b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2e1a14f0e945ea" /><Relationship Type="http://schemas.openxmlformats.org/officeDocument/2006/relationships/notesMaster" Target="/ppt/notesMasters/notesMaster1.xml" Id="R658a3b2b3e6645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c1f03901a0416c" /><Relationship Type="http://schemas.openxmlformats.org/officeDocument/2006/relationships/notesMaster" Target="/ppt/notesMasters/notesMaster1.xml" Id="Racb000dbdd4c44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d8349e5fb14daa" /><Relationship Type="http://schemas.openxmlformats.org/officeDocument/2006/relationships/notesMaster" Target="/ppt/notesMasters/notesMaster1.xml" Id="Rfcc5567f0dc846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c0d7967a1f4142" /><Relationship Type="http://schemas.openxmlformats.org/officeDocument/2006/relationships/notesMaster" Target="/ppt/notesMasters/notesMaster1.xml" Id="R08be5f6903784b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9bd3fa92804cf4" /><Relationship Type="http://schemas.openxmlformats.org/officeDocument/2006/relationships/notesMaster" Target="/ppt/notesMasters/notesMaster1.xml" Id="R5e10e853135849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cf4019ae2c483d" /><Relationship Type="http://schemas.openxmlformats.org/officeDocument/2006/relationships/notesMaster" Target="/ppt/notesMasters/notesMaster1.xml" Id="R6ab9ca67a82249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902eec2b464e63" /><Relationship Type="http://schemas.openxmlformats.org/officeDocument/2006/relationships/notesMaster" Target="/ppt/notesMasters/notesMaster1.xml" Id="R1d27dc29f359492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77684312ff4ded" /><Relationship Type="http://schemas.openxmlformats.org/officeDocument/2006/relationships/notesMaster" Target="/ppt/notesMasters/notesMaster1.xml" Id="Rc387310f8bed446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da684025f3847c1" /><Relationship Type="http://schemas.openxmlformats.org/officeDocument/2006/relationships/notesMaster" Target="/ppt/notesMasters/notesMaster1.xml" Id="Ree910c66808c4f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a273c1b260401a" /><Relationship Type="http://schemas.openxmlformats.org/officeDocument/2006/relationships/notesMaster" Target="/ppt/notesMasters/notesMaster1.xml" Id="R2bccd11f45b441d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068c02573b4b18" /><Relationship Type="http://schemas.openxmlformats.org/officeDocument/2006/relationships/notesMaster" Target="/ppt/notesMasters/notesMaster1.xml" Id="R82dc720a0d364e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d9a1dea98654ecc" /><Relationship Type="http://schemas.openxmlformats.org/officeDocument/2006/relationships/notesMaster" Target="/ppt/notesMasters/notesMaster1.xml" Id="R029800aac5d04cc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3f35c3540e44755" /><Relationship Type="http://schemas.openxmlformats.org/officeDocument/2006/relationships/notesMaster" Target="/ppt/notesMasters/notesMaster1.xml" Id="R2239a1375a854e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30c88a4c40f4907" /><Relationship Type="http://schemas.openxmlformats.org/officeDocument/2006/relationships/notesMaster" Target="/ppt/notesMasters/notesMaster1.xml" Id="R9ff1a46a4c6c49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fdc72f8737f4800" /><Relationship Type="http://schemas.openxmlformats.org/officeDocument/2006/relationships/notesMaster" Target="/ppt/notesMasters/notesMaster1.xml" Id="R8fc686b174ef4d0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c67d95340834711" /><Relationship Type="http://schemas.openxmlformats.org/officeDocument/2006/relationships/notesMaster" Target="/ppt/notesMasters/notesMaster1.xml" Id="Rce47ff2930c740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来源：用户提供《朱雨雨简历.pdf》。工作职责与项目关系按简历表述整理。未使用未经提供的效率、营收或投放数据。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来源：用户提供《朱雨雨简历.pdf》。工作职责与项目关系按简历表述整理。未使用未经提供的效率、营收或投放数据。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来源：用户提供《朱雨雨简历.pdf》。工作职责与项目关系按简历表述整理。未使用未经提供的效率、营收或投放数据。 教育院校按原文保留，未添加毕业年份。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用户提供项目素材为主，平台项目按简历整理，品牌章节为此前会话概念练习。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来源：用户提供《朱雨雨简历.pdf》。工作职责与项目关系按简历表述整理。未使用未经提供的效率、营收或投放数据。 图片来自《太阳雪人换装效果.xlsx》。文件与简历品牌关系未确认，使用中性标题。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来源：换装表 30、23、10。按服装视觉特征选取的对照，未推断生成先后关系。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来源：换装表 32、22、15。按服装视觉特征选取的对照，未推断生成先后关系。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来源：换装表 image17、18、19、26。视觉观察：接近的背景帮助系列素材统一。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0，选帧序号 1、3、5、8。个人职责：AI 视觉生成与画面精修，用户已确认。项目委托关系、团队分工、发布渠道未提供，不推断为独立完成全部成片。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1，选帧序号 1、2、4、7。个人职责：AI 视觉生成与画面精修，用户已确认。项目委托关系、团队分工、发布渠道未提供，不推断为独立完成全部成片。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来源：用户提供《朱雨雨简历.pdf》。工作职责与项目关系按简历表述整理。未使用未经提供的效率、营收或投放数据。 来源：公主请自重-1.mp4。合作关系按简历原文。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2，选帧序号 1、4。来源：用户提供《朱雨雨简历.pdf》。工作职责与项目关系按简历表述整理。未使用未经提供的效率、营收或投放数据。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2，选帧序号 3、6。来源：用户提供《朱雨雨简历.pdf》。工作职责与项目关系按简历表述整理。未使用未经提供的效率、营收或投放数据。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2，选帧序号 5、7、8。来源：用户提供《朱雨雨简历.pdf》。工作职责与项目关系按简历表述整理。未使用未经提供的效率、营收或投放数据。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个人职责：AI 视觉生成与画面精修，用户已确认。项目委托关系、团队分工、发布渠道未提供，不推断为独立完成全部成片。 来源：五粮液广告加声音.mp4。委托关系未提供。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4，选帧序号 1、2、4、6。个人职责：AI 视觉生成与画面精修，用户已确认。项目委托关系、团队分工、发布渠道未提供，不推断为独立完成全部成片。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个人职责：AI 视觉生成与画面精修，用户已确认。项目委托关系、团队分工、发布渠道未提供，不推断为独立完成全部成片。 来源：五粮液广告加声音.mp4，22.2秒附近。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个人职责：AI 视觉生成与画面精修，用户已确认。项目委托关系、团队分工、发布渠道未提供，不推断为独立完成全部成片。 来源：情绪交易cg.mp4。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3，选帧序号 4、6。个人职责：AI 视觉生成与画面精修，用户已确认。项目委托关系、团队分工、发布渠道未提供，不推断为独立完成全部成片。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3，选帧序号 1、5、7。个人职责：AI 视觉生成与画面精修，用户已确认。项目委托关系、团队分工、发布渠道未提供，不推断为独立完成全部成片。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个人职责：AI 视觉生成与画面精修，用户已确认。项目委托关系、团队分工、发布渠道未提供，不推断为独立完成全部成片。 来源：情绪交易cg.mp4，146.6秒附近。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来源：用户提供视频 5，选帧序号 2、3、5、6。个人职责：AI 视觉生成与画面精修，用户已确认。项目委托关系、团队分工、发布渠道未提供，不推断为独立完成全部成片。 本页分析为关键帧的视觉观察，不是制作过程或源工程证明。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来源：用户提供《朱雨雨简历.pdf》。工作职责与项目关系按简历表述整理。未使用未经提供的效率、营收或投放数据。 不以概念界面代替真实平台截图。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来源：用户提供《朱雨雨简历.pdf》。工作职责与项目关系按简历表述整理。未使用未经提供的效率、营收或投放数据。 下半段为流程价值解释，未量化幅度。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概念章节与用户提供项目素材区分。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来源：此前会话 AI 辅助生成。虚构概念项目，图内文字与细节待原生设计重建，概念图为位图。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来源：此前会话 AI 辅助生成。虚构概念项目，图内文字与细节待原生设计重建，概念图为位图。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来源：此前会话 AI 辅助生成。虚构概念项目，图内文字与细节待原生设计重建，概念图为位图。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来源：此前会话 AI 辅助生成。虚构概念项目，图内文字与细节待原生设计重建，概念图为位图。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来源：此前会话 AI 辅助生成。虚构概念项目，图内文字与细节待原生设计重建，概念图为位图。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来源：此前会话 AI 辅助生成。虚构概念项目，图内文字与细节待原生设计重建，概念图为位图。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贡献按用户确认与简历区分，未添加投放或效率数字。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来源：用户提供《朱雨雨简历.pdf》。工作职责与项目关系按简历表述整理。未使用未经提供的效率、营收或投放数据。 联系方式按本人简历填入。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f483e8cba42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a04bc40244d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aa8c06fde4d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1c634f02f42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74a9bddba40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e7f60af3048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849E93-3492-4669-8963-05FC8ED0E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40FEEE-8C34-453E-8360-F34547FEB9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69F981-4853-4E8B-8C88-0E1ADCC6E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64E12C-9387-42BF-BCC5-7AAA493A1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988EDF-19CC-4222-A44E-0501825E9F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561ACE-2229-4FFC-A63F-7B0C44801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69E3FD-58B1-4193-A135-46FF0D8BE2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1D9B4B-6272-4552-8DB6-CB5FBF96F3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C2390A-4215-46EA-BF34-A51E93842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51487A-E9D8-4EB6-8656-55C3B5A47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bba952816a4133" /><Relationship Type="http://schemas.openxmlformats.org/officeDocument/2006/relationships/slideLayout" Target="/ppt/slideLayouts/slideLayout1.xml" Id="R930af51bd41b422b" /><Relationship Type="http://schemas.openxmlformats.org/officeDocument/2006/relationships/slideLayout" Target="/ppt/slideLayouts/slideLayout2.xml" Id="R846e210fe7d34a67" /><Relationship Type="http://schemas.openxmlformats.org/officeDocument/2006/relationships/slideLayout" Target="/ppt/slideLayouts/slideLayout3.xml" Id="R257846df8da84107" /><Relationship Type="http://schemas.openxmlformats.org/officeDocument/2006/relationships/slideLayout" Target="/ppt/slideLayouts/slideLayout4.xml" Id="R4038c0727bc54697" /><Relationship Type="http://schemas.openxmlformats.org/officeDocument/2006/relationships/slideLayout" Target="/ppt/slideLayouts/slideLayout5.xml" Id="R8ced13c9250e44e8" /><Relationship Type="http://schemas.openxmlformats.org/officeDocument/2006/relationships/slideLayout" Target="/ppt/slideLayouts/slideLayout6.xml" Id="R0719af054bb244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0af51bd41b422b"/>
    <p:sldLayoutId xmlns:r="http://schemas.openxmlformats.org/officeDocument/2006/relationships" id="2147483650" r:id="R846e210fe7d34a67"/>
    <p:sldLayoutId xmlns:r="http://schemas.openxmlformats.org/officeDocument/2006/relationships" id="2147483651" r:id="R257846df8da84107"/>
    <p:sldLayoutId xmlns:r="http://schemas.openxmlformats.org/officeDocument/2006/relationships" id="2147483652" r:id="R4038c0727bc54697"/>
    <p:sldLayoutId xmlns:r="http://schemas.openxmlformats.org/officeDocument/2006/relationships" id="2147483653" r:id="R8ced13c9250e44e8"/>
    <p:sldLayoutId xmlns:r="http://schemas.openxmlformats.org/officeDocument/2006/relationships" id="2147483654" r:id="R0719af054bb244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7f5d4744b4e9f" /><Relationship Type="http://schemas.openxmlformats.org/officeDocument/2006/relationships/notesSlide" Target="/ppt/notesSlides/notesSlide1.xml" Id="R0449bb1f4ea942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27023653c4052" /><Relationship Type="http://schemas.openxmlformats.org/officeDocument/2006/relationships/notesSlide" Target="/ppt/notesSlides/notesSlide2.xml" Id="Rdadbb4a0b16746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dee6a12a74af0" /><Relationship Type="http://schemas.openxmlformats.org/officeDocument/2006/relationships/notesSlide" Target="/ppt/notesSlides/notesSlide3.xml" Id="R42ae7b41aab247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1edbf97d54d3f" /><Relationship Type="http://schemas.openxmlformats.org/officeDocument/2006/relationships/notesSlide" Target="/ppt/notesSlides/notesSlide4.xml" Id="Rc3cbb3c1d51745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d96e1099d455c" /><Relationship Type="http://schemas.openxmlformats.org/officeDocument/2006/relationships/image" Target="/ppt/media/image.jpeg" Id="R547166f21adf4a63" /><Relationship Type="http://schemas.openxmlformats.org/officeDocument/2006/relationships/notesSlide" Target="/ppt/notesSlides/notesSlide5.xml" Id="Rbc5bfa0c085f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2faef174d4910" /><Relationship Type="http://schemas.openxmlformats.org/officeDocument/2006/relationships/image" Target="/ppt/media/image2.jpeg" Id="Re0f8cadd4745419b" /><Relationship Type="http://schemas.openxmlformats.org/officeDocument/2006/relationships/image" Target="/ppt/media/image3.jpeg" Id="Rcd77f92777ff4372" /><Relationship Type="http://schemas.openxmlformats.org/officeDocument/2006/relationships/image" Target="/ppt/media/image4.jpeg" Id="R751fccefb7db4de5" /><Relationship Type="http://schemas.openxmlformats.org/officeDocument/2006/relationships/notesSlide" Target="/ppt/notesSlides/notesSlide6.xml" Id="Raf3398d1363a44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9448099a6496c" /><Relationship Type="http://schemas.openxmlformats.org/officeDocument/2006/relationships/image" Target="/ppt/media/image5.jpeg" Id="R274e5dd12aa94cfd" /><Relationship Type="http://schemas.openxmlformats.org/officeDocument/2006/relationships/image" Target="/ppt/media/image6.jpeg" Id="R5769607349cc491c" /><Relationship Type="http://schemas.openxmlformats.org/officeDocument/2006/relationships/image" Target="/ppt/media/image7.jpeg" Id="R3ddfb5205bb44456" /><Relationship Type="http://schemas.openxmlformats.org/officeDocument/2006/relationships/notesSlide" Target="/ppt/notesSlides/notesSlide7.xml" Id="Rd5d9af1b5b604d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4c8066ad94f59" /><Relationship Type="http://schemas.openxmlformats.org/officeDocument/2006/relationships/image" Target="/ppt/media/image8.jpeg" Id="R07b26cfc51564ab7" /><Relationship Type="http://schemas.openxmlformats.org/officeDocument/2006/relationships/image" Target="/ppt/media/image9.jpeg" Id="R1c63a85257ec42e7" /><Relationship Type="http://schemas.openxmlformats.org/officeDocument/2006/relationships/image" Target="/ppt/media/image10.jpeg" Id="R837a478cd5f14f27" /><Relationship Type="http://schemas.openxmlformats.org/officeDocument/2006/relationships/image" Target="/ppt/media/image11.jpeg" Id="R4133b26876724d4d" /><Relationship Type="http://schemas.openxmlformats.org/officeDocument/2006/relationships/notesSlide" Target="/ppt/notesSlides/notesSlide8.xml" Id="R682150cd9cf64f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6da561fa44524" /><Relationship Type="http://schemas.openxmlformats.org/officeDocument/2006/relationships/image" Target="/ppt/media/image12.jpeg" Id="Ra3dc56e7a49e45ef" /><Relationship Type="http://schemas.openxmlformats.org/officeDocument/2006/relationships/image" Target="/ppt/media/image13.jpeg" Id="R2cd960ccfbe2434d" /><Relationship Type="http://schemas.openxmlformats.org/officeDocument/2006/relationships/image" Target="/ppt/media/image14.jpeg" Id="R703c86db30304de6" /><Relationship Type="http://schemas.openxmlformats.org/officeDocument/2006/relationships/image" Target="/ppt/media/image15.jpeg" Id="R0ec8eee300cf4b48" /><Relationship Type="http://schemas.openxmlformats.org/officeDocument/2006/relationships/notesSlide" Target="/ppt/notesSlides/notesSlide9.xml" Id="R2a15c05195984b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330517f3548a2" /><Relationship Type="http://schemas.openxmlformats.org/officeDocument/2006/relationships/image" Target="/ppt/media/image16.jpeg" Id="R8a3d431cf53e4cbe" /><Relationship Type="http://schemas.openxmlformats.org/officeDocument/2006/relationships/image" Target="/ppt/media/image17.jpeg" Id="R78eeed1033ed4bfa" /><Relationship Type="http://schemas.openxmlformats.org/officeDocument/2006/relationships/image" Target="/ppt/media/image18.jpeg" Id="R331f942eb2d34afa" /><Relationship Type="http://schemas.openxmlformats.org/officeDocument/2006/relationships/image" Target="/ppt/media/image19.jpeg" Id="Rc1f8ea0782554f42" /><Relationship Type="http://schemas.openxmlformats.org/officeDocument/2006/relationships/notesSlide" Target="/ppt/notesSlides/notesSlide10.xml" Id="Re5ad2134472445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dc1bba912417d" /><Relationship Type="http://schemas.openxmlformats.org/officeDocument/2006/relationships/image" Target="/ppt/media/image20.jpeg" Id="R81115a1afef242ab" /><Relationship Type="http://schemas.openxmlformats.org/officeDocument/2006/relationships/notesSlide" Target="/ppt/notesSlides/notesSlide11.xml" Id="R58bb07c8fcf445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88f1471c894dfa" /><Relationship Type="http://schemas.openxmlformats.org/officeDocument/2006/relationships/image" Target="/ppt/media/image21.jpeg" Id="R1c6b081c836b4c75" /><Relationship Type="http://schemas.openxmlformats.org/officeDocument/2006/relationships/image" Target="/ppt/media/image22.jpeg" Id="Rad85c5a4f13b417f" /><Relationship Type="http://schemas.openxmlformats.org/officeDocument/2006/relationships/notesSlide" Target="/ppt/notesSlides/notesSlide12.xml" Id="Rb76936d7f0dc40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c16139cdb494f" /><Relationship Type="http://schemas.openxmlformats.org/officeDocument/2006/relationships/image" Target="/ppt/media/image23.jpeg" Id="R6f1672044cd2469e" /><Relationship Type="http://schemas.openxmlformats.org/officeDocument/2006/relationships/image" Target="/ppt/media/image24.jpeg" Id="Rae1cd926777d401c" /><Relationship Type="http://schemas.openxmlformats.org/officeDocument/2006/relationships/notesSlide" Target="/ppt/notesSlides/notesSlide13.xml" Id="Rf2d034c2ebe04a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212f6f5cdf4820" /><Relationship Type="http://schemas.openxmlformats.org/officeDocument/2006/relationships/image" Target="/ppt/media/image25.jpeg" Id="Rc70d0035a9e54f90" /><Relationship Type="http://schemas.openxmlformats.org/officeDocument/2006/relationships/image" Target="/ppt/media/image26.jpeg" Id="R73968864870941e8" /><Relationship Type="http://schemas.openxmlformats.org/officeDocument/2006/relationships/image" Target="/ppt/media/image27.jpeg" Id="R68b83f4fd59a419b" /><Relationship Type="http://schemas.openxmlformats.org/officeDocument/2006/relationships/notesSlide" Target="/ppt/notesSlides/notesSlide14.xml" Id="R4994211f32224b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4161a936b436a" /><Relationship Type="http://schemas.openxmlformats.org/officeDocument/2006/relationships/image" Target="/ppt/media/image28.jpeg" Id="R8c09c98516884f59" /><Relationship Type="http://schemas.openxmlformats.org/officeDocument/2006/relationships/notesSlide" Target="/ppt/notesSlides/notesSlide15.xml" Id="Rfd603c90c49a40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8685a28b84aed" /><Relationship Type="http://schemas.openxmlformats.org/officeDocument/2006/relationships/image" Target="/ppt/media/image29.jpeg" Id="R4175c38c4bf9447f" /><Relationship Type="http://schemas.openxmlformats.org/officeDocument/2006/relationships/image" Target="/ppt/media/image30.jpeg" Id="R327ef77859fa4918" /><Relationship Type="http://schemas.openxmlformats.org/officeDocument/2006/relationships/image" Target="/ppt/media/image31.jpeg" Id="R744a632246c74b5d" /><Relationship Type="http://schemas.openxmlformats.org/officeDocument/2006/relationships/image" Target="/ppt/media/image32.jpeg" Id="Rb3a68302a0254fe7" /><Relationship Type="http://schemas.openxmlformats.org/officeDocument/2006/relationships/notesSlide" Target="/ppt/notesSlides/notesSlide16.xml" Id="R070b2bed4a5741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5fccc9ca646cc" /><Relationship Type="http://schemas.openxmlformats.org/officeDocument/2006/relationships/image" Target="/ppt/media/image33.jpeg" Id="Rf3cba93e73b64b93" /><Relationship Type="http://schemas.openxmlformats.org/officeDocument/2006/relationships/notesSlide" Target="/ppt/notesSlides/notesSlide17.xml" Id="R0e88944faa5d4f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03ec070ea493d" /><Relationship Type="http://schemas.openxmlformats.org/officeDocument/2006/relationships/image" Target="/ppt/media/image34.jpeg" Id="R641bafabfffb4b7f" /><Relationship Type="http://schemas.openxmlformats.org/officeDocument/2006/relationships/notesSlide" Target="/ppt/notesSlides/notesSlide18.xml" Id="Rff8cc16d34fa49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94b25d8704057" /><Relationship Type="http://schemas.openxmlformats.org/officeDocument/2006/relationships/image" Target="/ppt/media/image35.jpeg" Id="R8b0e2f0858104fdf" /><Relationship Type="http://schemas.openxmlformats.org/officeDocument/2006/relationships/image" Target="/ppt/media/image36.jpeg" Id="Rad6ac0bdfe7f4ba4" /><Relationship Type="http://schemas.openxmlformats.org/officeDocument/2006/relationships/notesSlide" Target="/ppt/notesSlides/notesSlide19.xml" Id="R62dda03aec214f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47e8dd7a34823" /><Relationship Type="http://schemas.openxmlformats.org/officeDocument/2006/relationships/image" Target="/ppt/media/image37.jpeg" Id="Rc58f0d59930e460b" /><Relationship Type="http://schemas.openxmlformats.org/officeDocument/2006/relationships/image" Target="/ppt/media/image38.jpeg" Id="R0b9dc87dadd5409b" /><Relationship Type="http://schemas.openxmlformats.org/officeDocument/2006/relationships/image" Target="/ppt/media/image39.jpeg" Id="Rff03a61154d748e4" /><Relationship Type="http://schemas.openxmlformats.org/officeDocument/2006/relationships/notesSlide" Target="/ppt/notesSlides/notesSlide20.xml" Id="R23a8708798e0459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8e5b57cf24564" /><Relationship Type="http://schemas.openxmlformats.org/officeDocument/2006/relationships/image" Target="/ppt/media/image40.jpeg" Id="R97fc8ed130f141b8" /><Relationship Type="http://schemas.openxmlformats.org/officeDocument/2006/relationships/notesSlide" Target="/ppt/notesSlides/notesSlide21.xml" Id="R43cfeaf0258c485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da9cc15ec47e2" /><Relationship Type="http://schemas.openxmlformats.org/officeDocument/2006/relationships/image" Target="/ppt/media/image41.jpeg" Id="R89f750a97e5b457c" /><Relationship Type="http://schemas.openxmlformats.org/officeDocument/2006/relationships/image" Target="/ppt/media/image42.jpeg" Id="R70d2c6b1407d4b11" /><Relationship Type="http://schemas.openxmlformats.org/officeDocument/2006/relationships/image" Target="/ppt/media/image43.jpeg" Id="Ra9c314d0a3cc4639" /><Relationship Type="http://schemas.openxmlformats.org/officeDocument/2006/relationships/image" Target="/ppt/media/image44.jpeg" Id="R57ce386ecab442de" /><Relationship Type="http://schemas.openxmlformats.org/officeDocument/2006/relationships/notesSlide" Target="/ppt/notesSlides/notesSlide22.xml" Id="R4dacd812f87b4d3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528ac24004149" /><Relationship Type="http://schemas.openxmlformats.org/officeDocument/2006/relationships/notesSlide" Target="/ppt/notesSlides/notesSlide23.xml" Id="R871668961d2a403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63ef39adc4574" /><Relationship Type="http://schemas.openxmlformats.org/officeDocument/2006/relationships/notesSlide" Target="/ppt/notesSlides/notesSlide24.xml" Id="R83ec95b89d1f44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7c24e1bf246c7" /><Relationship Type="http://schemas.openxmlformats.org/officeDocument/2006/relationships/notesSlide" Target="/ppt/notesSlides/notesSlide25.xml" Id="Re9bc067e7fb6496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2f432677e4181" /><Relationship Type="http://schemas.openxmlformats.org/officeDocument/2006/relationships/image" Target="/ppt/media/image.png" Id="R642d58c6b9514577" /><Relationship Type="http://schemas.openxmlformats.org/officeDocument/2006/relationships/notesSlide" Target="/ppt/notesSlides/notesSlide26.xml" Id="R271fbaf2228e47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fa22fcd5b4004" /><Relationship Type="http://schemas.openxmlformats.org/officeDocument/2006/relationships/image" Target="/ppt/media/image2.png" Id="Ra3a56e7c5a2a4e14" /><Relationship Type="http://schemas.openxmlformats.org/officeDocument/2006/relationships/notesSlide" Target="/ppt/notesSlides/notesSlide27.xml" Id="Raac4bf48a8cd4b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9b5839ac74d6f" /><Relationship Type="http://schemas.openxmlformats.org/officeDocument/2006/relationships/image" Target="/ppt/media/image3.png" Id="Rd40b39c4f03e4cd3" /><Relationship Type="http://schemas.openxmlformats.org/officeDocument/2006/relationships/notesSlide" Target="/ppt/notesSlides/notesSlide28.xml" Id="R771fdb3e20e24a0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c612780434de1" /><Relationship Type="http://schemas.openxmlformats.org/officeDocument/2006/relationships/image" Target="/ppt/media/image4.png" Id="R099a9c3bc37540a9" /><Relationship Type="http://schemas.openxmlformats.org/officeDocument/2006/relationships/notesSlide" Target="/ppt/notesSlides/notesSlide29.xml" Id="Rbd0c190ea5ac487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a09ea910d4dfd" /><Relationship Type="http://schemas.openxmlformats.org/officeDocument/2006/relationships/image" Target="/ppt/media/image5.png" Id="R2e3a20ecf4a045b1" /><Relationship Type="http://schemas.openxmlformats.org/officeDocument/2006/relationships/notesSlide" Target="/ppt/notesSlides/notesSlide30.xml" Id="R72f28fa580fa478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be2510b694d83" /><Relationship Type="http://schemas.openxmlformats.org/officeDocument/2006/relationships/image" Target="/ppt/media/image6.png" Id="R4d63218a14594640" /><Relationship Type="http://schemas.openxmlformats.org/officeDocument/2006/relationships/notesSlide" Target="/ppt/notesSlides/notesSlide31.xml" Id="Rda89459673d04a5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babb83c1e473f" /><Relationship Type="http://schemas.openxmlformats.org/officeDocument/2006/relationships/notesSlide" Target="/ppt/notesSlides/notesSlide32.xml" Id="R546b1ebb37274fe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e61df3ee6047e1" /><Relationship Type="http://schemas.openxmlformats.org/officeDocument/2006/relationships/notesSlide" Target="/ppt/notesSlides/notesSlide33.xml" Id="R1a31ee61f1f04b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8F148-1D7F-411D-B75B-85F6AE49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SELECTED WORKS  / 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4BD3A-73B3-46E6-B09E-059D1915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143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朱雨雨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F1DA5-24CD-4EE6-AFF7-F5D63085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238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视觉设计作品集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050A4-9CA2-4588-BEB1-894EBD77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AIGC 视觉制作  /  电商图像  /  影视视觉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33FC0-C2A7-4BC2-BE89-0BFA6F0A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72250"/>
            <a:ext cx="1238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求职方向：视觉设计师</a:t>
            </a:r>
          </a:p>
          <a:p xmlns:a="http://schemas.openxmlformats.org/drawingml/2006/main">
            <a:pPr>
              <a:def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杭州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7B96A-AE24-4BDA-A48A-21966F25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5555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85304-EA34-48B3-9D1F-1183DDC1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86ABC-A639-405A-882A-527C59A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个人介绍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007D8-410C-4B0B-ADC8-52A3B13E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美术基础与 AI 视觉制作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0C1B3-30C0-46A0-98CF-53C8D90E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362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美术学本科，具备素描、色彩与手绘修图基础。</a:t>
            </a:r>
          </a:p>
          <a:p xmlns:a="http://schemas.openxmlformats.org/drawingml/2006/main">
            <a:pPr>
              <a:defRPr sz="24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目前从事技术美术工作，为电商、文旅和影视项目制作 AI 视觉素材。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23018-33D2-46D8-BBC0-CA9143BA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创作工具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24A5-47C0-4480-A4BD-06C3385F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Photoshop、板绘、Midjourney、Stable Diffusion</a:t>
            </a:r>
          </a:p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WebUI、ComfyUI、Python 批量出图工具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E7EF7-16A2-42F8-B87E-0A5D7E88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75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能力重点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CBEC5-BA1A-4DF4-98A1-CDA283D1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5330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人物与场景生成、手绘修改、视觉精修，以及重复生产任务的自动化。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C46C0-1396-4FC1-8AA1-F293D9FE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0376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897BA-F061-4745-9FB9-BA23BAE8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EE559-B37A-4785-9606-84E05085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工作与教育经历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1316D-FE9E-489B-A17D-8C8B7D6E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2024.03 至今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233F-AC9B-4785-B398-A51D0438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贝吉视界（杭州）网络科技有限公司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9224C-DF1C-4699-9F35-B909D6AF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技术美术。AIGC 图文及视频视觉制作，电商图像方案与自动化工具。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5709B-7E34-4D5C-904D-0B328558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2023.09—2024.03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E39D7-2F1B-4E93-9661-E1ED9483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24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杭州禹诺人型科技有限公司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85B1C-6B96-4AE2-A33F-D4059D3E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243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原画师。AI 角色原画、手绘修改、三视图及场景制作，与 3D 协作。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2F615-7233-4465-AACF-108C09A2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2018.09—2023.09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DA326-7F96-46A6-B6A0-E030AE50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9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杭州之江高级中学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309EC-4306-4E8B-B713-7D2370FA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959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全职美术老师。美术鉴赏及素描、色彩、速写教学。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306E7-9AAA-4834-9865-BE9DAED1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教育与资格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9AC4F-8CFE-4BCB-A50A-834CA0C4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143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太原师范，本科，美术学专业   /   高中教师资格证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C96FE-18E4-4428-A313-250A4FA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6908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ABEF9-AE13-40F9-8CA4-DA96B62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D5666-BA68-4ED9-B6F6-EE4E51E7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作品目录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3A4CA-9D04-4BFB-955F-12AFBB0D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53B91-838B-4558-9A0C-DE8DDA3B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5262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童装 AI 换装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305D0-8C9D-4F2F-A11D-C19BBA5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907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商品参考、系列效果、动态展示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37059-3A5D-4047-9726-5674525B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DCBE5-A1B0-4AF1-B9C4-D7AFE7B3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0512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《公主请自重》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F88A7-2947-4C08-8DB8-3524CCA0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互动短剧人物与场景视觉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C3F58-B473-4DD8-BD6B-9A8FF0EA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51EC8-99B7-4ACB-8260-B2D59AB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五粮液广告视觉作品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369A9-97AA-4952-A664-29C43E14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产品细节、场景与收尾画面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0BA35-7AEE-400A-B8FC-14A06A8E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26C16-50D9-4CB1-82A7-DAEF7E91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《情绪交易》与角色展示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79624-85BD-4E9D-B2BA-DD88B33A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482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科幻世界、人物设定、动态关键帧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2B103-4C3F-4487-9C00-E4FC5C1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A2150-919D-47C4-9E6D-335FA0D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6262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工业设计平台与自动化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F94AE-108B-4748-BD97-4068F19A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007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简历中的工具及流程项目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5B731-6271-43C8-919E-F039D6BC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151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1E503-F0A1-4CB6-BE6D-5811378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71512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品牌视觉概念练习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A3B51-1DB3-49C8-BCD7-7254EED9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7532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机器人、发布会、消费品牌与版式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6DF60-C9C2-4FE5-BAD1-C839FCF4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0644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5B016-F782-4999-A9DD-2928CE71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01  /  电商视觉项目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E0F6C-B64F-4FA2-BDC7-0FA2C369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童装 AI 换装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43905-478D-420D-A022-FF341E62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服装款式与模特场景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05101-A730-4924-84B9-E8EF3C48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381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项目素材包含商品参考、不同款式</a:t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换装结果，以及两条竖屏视频。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简历职责：搭建 AI 换装与虚拟童模</a:t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动态视频生成流程，批量制作营销素材。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8D5CD-A571-48D7-8567-18B60627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视觉重点：服装图案与轮廓、</a:t>
            </a:r>
          </a:p>
          <a:p xmlns:a="http://schemas.openxmlformats.org/drawingml/2006/main">
            <a:pPr>
              <a:def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人物比例、场景及光线的一致性。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78A67-AEF6-4549-8DC5-8989AA9C4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166f21adf4a63"/>
          <a:stretch xmlns:a="http://schemas.openxmlformats.org/drawingml/2006/main"/>
        </p:blipFill>
        <p:spPr>
          <a:xfrm xmlns:a="http://schemas.openxmlformats.org/drawingml/2006/main">
            <a:off x="9096375" y="1809750"/>
            <a:ext cx="3714750" cy="5572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4F149-DAB8-432E-B4D3-6E984F0F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5379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B6803-5227-4C28-924A-E30C6E87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01  /  童装 AI 换装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42871-0260-4936-B0B8-487D9ADB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橙色 T 恤：商品参考与效果样例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CCB97-7310-4987-BEB7-4112479865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8cadd4745419b"/>
          <a:stretch xmlns:a="http://schemas.openxmlformats.org/drawingml/2006/main"/>
        </p:blipFill>
        <p:spPr>
          <a:xfrm xmlns:a="http://schemas.openxmlformats.org/drawingml/2006/main">
            <a:off x="609600" y="2381250"/>
            <a:ext cx="447675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D6872-49EA-430B-900D-B25CD09A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81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商品参考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EF2E1-E66B-4051-9978-C6084B0BD8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7f92777ff4372"/>
          <a:stretch xmlns:a="http://schemas.openxmlformats.org/drawingml/2006/main"/>
        </p:blipFill>
        <p:spPr>
          <a:xfrm xmlns:a="http://schemas.openxmlformats.org/drawingml/2006/main">
            <a:off x="5817616" y="1952625"/>
            <a:ext cx="3566668" cy="533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EDF07-6102-4A87-8B65-F2846AA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7381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动作效果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330BD-993C-4BE9-B9B5-C89D6E1C49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fccefb7db4de5"/>
          <a:stretch xmlns:a="http://schemas.openxmlformats.org/drawingml/2006/main"/>
        </p:blipFill>
        <p:spPr>
          <a:xfrm xmlns:a="http://schemas.openxmlformats.org/drawingml/2006/main">
            <a:off x="10575925" y="1952625"/>
            <a:ext cx="3556000" cy="533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4C10B-A1E8-4041-B350-D088FFCB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381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场景效果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95708-CAC3-4BAC-8B0C-3C45A1A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96532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C2C15-2220-4588-AAD4-3562A2C4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01  /  童装 AI 换装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526C1-4770-4F5C-9DBB-86F4A053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条纹 T 恤：动作与场景变化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7E929-0D48-49AD-A98E-C62A5A7799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e5dd12aa94cfd"/>
          <a:stretch xmlns:a="http://schemas.openxmlformats.org/drawingml/2006/main"/>
        </p:blipFill>
        <p:spPr>
          <a:xfrm xmlns:a="http://schemas.openxmlformats.org/drawingml/2006/main">
            <a:off x="609600" y="2381250"/>
            <a:ext cx="447675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2D07B-B8DB-4A2A-9F06-6CD7498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81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商品参考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77368-7C2F-45CE-8050-5BFBEDC0BE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9607349cc491c"/>
          <a:stretch xmlns:a="http://schemas.openxmlformats.org/drawingml/2006/main"/>
        </p:blipFill>
        <p:spPr>
          <a:xfrm xmlns:a="http://schemas.openxmlformats.org/drawingml/2006/main">
            <a:off x="5822950" y="1952625"/>
            <a:ext cx="3556000" cy="533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13980-E744-43FD-A3FD-B1766167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7381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动作效果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77C70-C186-415F-BEF9-543415DCBE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fb5205bb44456"/>
          <a:stretch xmlns:a="http://schemas.openxmlformats.org/drawingml/2006/main"/>
        </p:blipFill>
        <p:spPr>
          <a:xfrm xmlns:a="http://schemas.openxmlformats.org/drawingml/2006/main">
            <a:off x="10575925" y="1952625"/>
            <a:ext cx="3556000" cy="533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5C12E-FD2E-40FA-813F-46D12B50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381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场景效果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BF6F-36C2-4613-A6CF-142AE73E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8308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CAF24-3B89-4507-9219-A39D0BEA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01  /  童装 AI 换装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5DEB7-B65D-4783-800E-2D741A4F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同一场景中的系列款式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3E633-6942-43F8-A828-15E8D7D73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26cfc51564ab7"/>
          <a:stretch xmlns:a="http://schemas.openxmlformats.org/drawingml/2006/main"/>
        </p:blipFill>
        <p:spPr>
          <a:xfrm xmlns:a="http://schemas.openxmlformats.org/drawingml/2006/main">
            <a:off x="609600" y="2095500"/>
            <a:ext cx="3333750" cy="50006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6C0EA-7676-4B8D-9CC5-5C6F7B0C7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3a85257ec42e7"/>
          <a:stretch xmlns:a="http://schemas.openxmlformats.org/drawingml/2006/main"/>
        </p:blipFill>
        <p:spPr>
          <a:xfrm xmlns:a="http://schemas.openxmlformats.org/drawingml/2006/main">
            <a:off x="4171950" y="2095500"/>
            <a:ext cx="3333750" cy="50006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EFE63-8DE4-4FBC-BE45-29BE1F14F7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a478cd5f14f27"/>
          <a:stretch xmlns:a="http://schemas.openxmlformats.org/drawingml/2006/main"/>
        </p:blipFill>
        <p:spPr>
          <a:xfrm xmlns:a="http://schemas.openxmlformats.org/drawingml/2006/main">
            <a:off x="7734300" y="2095500"/>
            <a:ext cx="3333750" cy="5000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2CEA0-FAD8-4F88-8A07-394B6A21F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3b26876724d4d"/>
          <a:stretch xmlns:a="http://schemas.openxmlformats.org/drawingml/2006/main"/>
        </p:blipFill>
        <p:spPr>
          <a:xfrm xmlns:a="http://schemas.openxmlformats.org/drawingml/2006/main">
            <a:off x="11296650" y="2095500"/>
            <a:ext cx="3333750" cy="500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98786-6F36-4A21-8ED6-446A1EEA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用固定背景与接近的光线展示款式变化，同时保留服装颜色与细节。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E9D6F-658E-4237-B004-727BBE3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3370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3776C-9C0B-453A-BB73-5899116B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BF052-1731-412E-99FF-2B55D3E9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红色外套动态展示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B7DFD-F885-4A2B-92BD-14A898D48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c56e7a49e45ef"/>
          <a:stretch xmlns:a="http://schemas.openxmlformats.org/drawingml/2006/main"/>
        </p:blipFill>
        <p:spPr>
          <a:xfrm xmlns:a="http://schemas.openxmlformats.org/drawingml/2006/main">
            <a:off x="709621" y="1809750"/>
            <a:ext cx="3133708" cy="55721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8BA6F-0C40-4270-AB74-1BC883BD7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960ccfbe2434d"/>
          <a:stretch xmlns:a="http://schemas.openxmlformats.org/drawingml/2006/main"/>
        </p:blipFill>
        <p:spPr>
          <a:xfrm xmlns:a="http://schemas.openxmlformats.org/drawingml/2006/main">
            <a:off x="4271971" y="1809750"/>
            <a:ext cx="3133708" cy="5572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5BD33-F162-4E4B-98FF-33E9DD4F1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c86db30304de6"/>
          <a:stretch xmlns:a="http://schemas.openxmlformats.org/drawingml/2006/main"/>
        </p:blipFill>
        <p:spPr>
          <a:xfrm xmlns:a="http://schemas.openxmlformats.org/drawingml/2006/main">
            <a:off x="7834321" y="1809750"/>
            <a:ext cx="3133708" cy="55721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02750-43E2-42CD-8F09-35C70CC97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8eee300cf4b48"/>
          <a:stretch xmlns:a="http://schemas.openxmlformats.org/drawingml/2006/main"/>
        </p:blipFill>
        <p:spPr>
          <a:xfrm xmlns:a="http://schemas.openxmlformats.org/drawingml/2006/main">
            <a:off x="11396671" y="1809750"/>
            <a:ext cx="3133708" cy="5572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C30E1-4FA2-4148-925B-F5FE0B7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竖屏原片约 12 秒。展示正面、开襟、背面与动作变化。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F19A7-F6FE-4BF7-9AB2-FC28724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3491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43A60-1C2A-4C6F-8593-5C386929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F1F73-6C0B-4338-BAB8-5E584C19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黄色外套动态展示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6E2A3-AC28-4AAF-921F-EA3ECF1ABB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d431cf53e4cbe"/>
          <a:stretch xmlns:a="http://schemas.openxmlformats.org/drawingml/2006/main"/>
        </p:blipFill>
        <p:spPr>
          <a:xfrm xmlns:a="http://schemas.openxmlformats.org/drawingml/2006/main">
            <a:off x="709621" y="1809750"/>
            <a:ext cx="3133708" cy="55721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73E95-D0D8-4A36-8C9E-C9401FA86A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eed1033ed4bfa"/>
          <a:stretch xmlns:a="http://schemas.openxmlformats.org/drawingml/2006/main"/>
        </p:blipFill>
        <p:spPr>
          <a:xfrm xmlns:a="http://schemas.openxmlformats.org/drawingml/2006/main">
            <a:off x="4271971" y="1809750"/>
            <a:ext cx="3133708" cy="5572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D19EB-779E-46C2-AEC8-0C4E3E42D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f942eb2d34afa"/>
          <a:stretch xmlns:a="http://schemas.openxmlformats.org/drawingml/2006/main"/>
        </p:blipFill>
        <p:spPr>
          <a:xfrm xmlns:a="http://schemas.openxmlformats.org/drawingml/2006/main">
            <a:off x="7834321" y="1809750"/>
            <a:ext cx="3133708" cy="55721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D3504-0AF1-4351-B65C-BD99805F52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8ea0782554f42"/>
          <a:stretch xmlns:a="http://schemas.openxmlformats.org/drawingml/2006/main"/>
        </p:blipFill>
        <p:spPr>
          <a:xfrm xmlns:a="http://schemas.openxmlformats.org/drawingml/2006/main">
            <a:off x="11396671" y="1809750"/>
            <a:ext cx="3133708" cy="5572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CBB2B-AB1E-4F32-88F7-7EDBD689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竖屏原片约 13 秒。选取侧面、背面与正面关键帧。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7D162-6239-4550-A9B1-5D352D4A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5346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73812-C5E3-4A9E-B1DB-928B5201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02  /  互动短剧视觉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0278F-2092-4296-9EDD-112F1DD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《公主请自重》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31CFF-2AEE-4E7B-B79E-466A7951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AI 视觉技术美术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A7A0B-D439-4A89-8A02-19E0C2B4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6477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简历项目：芒果 TV 合作互动短剧。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个人职责：AIGC 人物、场景和动态</a:t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片段生成，以及画面修图与调色。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项目展示以成片关键帧为主，</a:t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人物与环境共同建立古装氛围。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0D35C-3AED-4EBE-BA49-2853FC5217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15a1afef242ab"/>
          <a:stretch xmlns:a="http://schemas.openxmlformats.org/drawingml/2006/main"/>
        </p:blipFill>
        <p:spPr>
          <a:xfrm xmlns:a="http://schemas.openxmlformats.org/drawingml/2006/main">
            <a:off x="7524750" y="2537014"/>
            <a:ext cx="7105650" cy="397472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C2B1B-4A11-4F1E-9FA4-99FD44D9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成片约 2 分 38 秒。可结合原片说明自己负责的镜头与素材。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7D446-211C-4297-A0B2-363095C1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3318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6E6DF-7431-4D9B-A0D4-7F7A7234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A8F16-75D6-449E-831C-17D16AC2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水面、月夜与室内场景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D2CBD-072E-4B3F-8AA3-59E321968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b081c836b4c75"/>
          <a:stretch xmlns:a="http://schemas.openxmlformats.org/drawingml/2006/main"/>
        </p:blipFill>
        <p:spPr>
          <a:xfrm xmlns:a="http://schemas.openxmlformats.org/drawingml/2006/main">
            <a:off x="609600" y="2439591"/>
            <a:ext cx="6858000" cy="3836194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985C1-229F-477E-89D4-3ED52A7842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5c5a4f13b417f"/>
          <a:stretch xmlns:a="http://schemas.openxmlformats.org/drawingml/2006/main"/>
        </p:blipFill>
        <p:spPr>
          <a:xfrm xmlns:a="http://schemas.openxmlformats.org/drawingml/2006/main">
            <a:off x="7772400" y="2439591"/>
            <a:ext cx="6858000" cy="38361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2D762-7E8F-49A7-A3ED-3384E7BB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冷色水面与暖色室内形成场景区分，环境光帮助建立情绪。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507C6-EBFF-446E-964A-2E98441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982057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541DC-AFF5-4C8F-AC90-0F97A43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EA33F-9BDF-4DD3-9D9A-7B2A52ED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人物表情与服饰细节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41E74-9344-4703-A7B5-2E33C81CE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672044cd2469e"/>
          <a:stretch xmlns:a="http://schemas.openxmlformats.org/drawingml/2006/main"/>
        </p:blipFill>
        <p:spPr>
          <a:xfrm xmlns:a="http://schemas.openxmlformats.org/drawingml/2006/main">
            <a:off x="609600" y="2439591"/>
            <a:ext cx="6858000" cy="3836194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9A019-D75D-4D1E-A2D8-974C27BB52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cd926777d401c"/>
          <a:stretch xmlns:a="http://schemas.openxmlformats.org/drawingml/2006/main"/>
        </p:blipFill>
        <p:spPr>
          <a:xfrm xmlns:a="http://schemas.openxmlformats.org/drawingml/2006/main">
            <a:off x="7772400" y="2439591"/>
            <a:ext cx="6858000" cy="38361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BA1F5-E26C-407C-B53A-512699FC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发饰、服装与面部特写支持人物识别，镜头变化中需关注细节连续性。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622D2-B6B8-4DB6-9F34-45566BD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358277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1AB7D-EC89-4C49-8248-07F5126C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A82DD-05E2-439A-A42A-8984BA3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短剧关键帧与视觉节奏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96D42-6674-4E7E-93EF-4510242435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d0035a9e54f90"/>
          <a:stretch xmlns:a="http://schemas.openxmlformats.org/drawingml/2006/main"/>
        </p:blipFill>
        <p:spPr>
          <a:xfrm xmlns:a="http://schemas.openxmlformats.org/drawingml/2006/main">
            <a:off x="609600" y="3343721"/>
            <a:ext cx="4476750" cy="2504182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5D0E0-8611-4AE1-9D74-EB4B5306E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68864870941e8"/>
          <a:stretch xmlns:a="http://schemas.openxmlformats.org/drawingml/2006/main"/>
        </p:blipFill>
        <p:spPr>
          <a:xfrm xmlns:a="http://schemas.openxmlformats.org/drawingml/2006/main">
            <a:off x="5362575" y="3343721"/>
            <a:ext cx="4476750" cy="2504182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48DBE-D0CC-44C5-8D4B-7F0C95426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83f4fd59a419b"/>
          <a:stretch xmlns:a="http://schemas.openxmlformats.org/drawingml/2006/main"/>
        </p:blipFill>
        <p:spPr>
          <a:xfrm xmlns:a="http://schemas.openxmlformats.org/drawingml/2006/main">
            <a:off x="10115550" y="3343721"/>
            <a:ext cx="4476750" cy="25041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4BAD7-9F06-4F23-A270-6B02F24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人物特写、动作与室内剪影交替，可结合实际负责镜头说明精修要点。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4C38C-39AE-42B4-B94F-B62AB32B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004339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B019A-F11A-4376-8E3A-CDB6FD76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03  /  产品广告视觉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97FFD-407D-4946-A4D4-C6DA1F04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五粮液广告视觉作品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95038-57AE-40A3-807D-2762B1A4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产品细节与场景表现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F5113-D830-4AEC-A338-95A41A0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6477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个人职责：视觉生成与画面精修。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作品通过瓶身特写、草地场景、</a:t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运动意象与产品阵列组织内容。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视觉重点：玻璃质感、标签清晰度、</a:t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品牌色彩及产品比例。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B70F4-864B-4B76-B51E-55FC04F08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9c98516884f59"/>
          <a:stretch xmlns:a="http://schemas.openxmlformats.org/drawingml/2006/main"/>
        </p:blipFill>
        <p:spPr>
          <a:xfrm xmlns:a="http://schemas.openxmlformats.org/drawingml/2006/main">
            <a:off x="7524750" y="2525911"/>
            <a:ext cx="7105650" cy="399692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D5D1E-AACD-4C2B-A46F-0DFF42D9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所供视频约 27 秒。个人参与范围为视觉生成与精修。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8EE92-42DD-48C0-8C74-61FE8CA3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086450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A1B26-0F10-469C-87A6-89DB0F45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F2CCE-FEB6-4903-9AE1-97BDB2F3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产品细节与场景切换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2BE6A-5F67-492F-BE0F-1B0D99CDFC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5c38c4bf9447f"/>
          <a:stretch xmlns:a="http://schemas.openxmlformats.org/drawingml/2006/main"/>
        </p:blipFill>
        <p:spPr>
          <a:xfrm xmlns:a="http://schemas.openxmlformats.org/drawingml/2006/main">
            <a:off x="1667933" y="1809750"/>
            <a:ext cx="4741333" cy="26670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AD1BA-BC91-40E6-80E8-85DC59644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ef77859fa4918"/>
          <a:stretch xmlns:a="http://schemas.openxmlformats.org/drawingml/2006/main"/>
        </p:blipFill>
        <p:spPr>
          <a:xfrm xmlns:a="http://schemas.openxmlformats.org/drawingml/2006/main">
            <a:off x="8830733" y="1809750"/>
            <a:ext cx="4741333" cy="26670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94AFA-D8A4-4F19-A636-EC1AF6006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a632246c74b5d"/>
          <a:stretch xmlns:a="http://schemas.openxmlformats.org/drawingml/2006/main"/>
        </p:blipFill>
        <p:spPr>
          <a:xfrm xmlns:a="http://schemas.openxmlformats.org/drawingml/2006/main">
            <a:off x="1667933" y="4657725"/>
            <a:ext cx="4741333" cy="2667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3950B-6F6D-4CAE-BC9D-F98E81B55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68302a0254fe7"/>
          <a:stretch xmlns:a="http://schemas.openxmlformats.org/drawingml/2006/main"/>
        </p:blipFill>
        <p:spPr>
          <a:xfrm xmlns:a="http://schemas.openxmlformats.org/drawingml/2006/main">
            <a:off x="8830733" y="4657725"/>
            <a:ext cx="4741333" cy="2667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4BF5D-B532-4B1E-A74C-485AC16B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瓶底、标签、草地与运动意象连接产品细节和广告氛围。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6C864-913C-4727-9EC5-E21EA4B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089193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B792A-F9C6-4FB6-8941-6F2C66F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03  /  产品广告视觉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C9A3B-3B58-4EBB-B023-95E3D660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广告收尾与产品阵列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E8F89-15D7-4267-A58B-F3ADDC3662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ba93e73b64b93"/>
          <a:stretch xmlns:a="http://schemas.openxmlformats.org/drawingml/2006/main"/>
        </p:blipFill>
        <p:spPr>
          <a:xfrm xmlns:a="http://schemas.openxmlformats.org/drawingml/2006/main">
            <a:off x="2582333" y="1762125"/>
            <a:ext cx="10075333" cy="5667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B58FB-B73C-4D0A-960A-2513D8E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主产品居中，侧翼产品形成阵列。配套视频包提供原片的浏览副本。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71A89-DDFE-440A-B2F6-78055E62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579634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1DB52-408E-4EB4-9101-370B3443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04  /  科幻叙事视觉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0552A-6A67-4F92-873A-10E1BE1F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《情绪交易》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5A3E9-4565-419E-A49D-3017914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科幻人物与城市空间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00D50-0DE1-4FBC-86DD-82E88719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6477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个人职责：视觉生成与画面精修。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粉色发色、颈部装置与红色光环</a:t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成为人物识别线索。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冷色城市、暗部人物和发光屏幕</a:t>
            </a:r>
          </a:p>
          <a:p xmlns:a="http://schemas.openxmlformats.org/drawingml/2006/main">
            <a:pPr>
              <a:def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共同建立科幻世界的视觉氛围。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81BF5-52F9-4025-A00E-3386256CB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bafabfffb4b7f"/>
          <a:stretch xmlns:a="http://schemas.openxmlformats.org/drawingml/2006/main"/>
        </p:blipFill>
        <p:spPr>
          <a:xfrm xmlns:a="http://schemas.openxmlformats.org/drawingml/2006/main">
            <a:off x="7524750" y="2537014"/>
            <a:ext cx="7105650" cy="397472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DF4A6-EE5B-411F-A283-67D1AB6A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所供视频约 2 分 36 秒。主题与视觉分析以原片画面为依据。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B539F-CCDC-4899-BFCB-E37F3897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431692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10593-F68C-47B3-82AD-5A24D06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767FB-5200-426A-BBF9-049E89BF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城市与公共空间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2D22-EB19-4CF3-8EEC-9925B0325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e2f0858104fdf"/>
          <a:stretch xmlns:a="http://schemas.openxmlformats.org/drawingml/2006/main"/>
        </p:blipFill>
        <p:spPr>
          <a:xfrm xmlns:a="http://schemas.openxmlformats.org/drawingml/2006/main">
            <a:off x="609600" y="2439591"/>
            <a:ext cx="6858000" cy="3836194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5DB19-E1DB-4987-8FBB-2575BED589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ac0bdfe7f4ba4"/>
          <a:stretch xmlns:a="http://schemas.openxmlformats.org/drawingml/2006/main"/>
        </p:blipFill>
        <p:spPr>
          <a:xfrm xmlns:a="http://schemas.openxmlformats.org/drawingml/2006/main">
            <a:off x="7772400" y="2439591"/>
            <a:ext cx="6858000" cy="38361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21983-13C4-4729-90B5-89182A83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城市镜头强调纵深与冷色照明，公共空间通过重复结构表现尺度。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97507-9DE5-4DCE-B5A1-A96FDA08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166105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1D76A-9685-473E-87B3-237E1688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2043B-DD02-4EAF-B8E8-E725898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人物识别与世界观线索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FC19E-99BA-4FAA-829E-4B35908AE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f0d59930e460b"/>
          <a:stretch xmlns:a="http://schemas.openxmlformats.org/drawingml/2006/main"/>
        </p:blipFill>
        <p:spPr>
          <a:xfrm xmlns:a="http://schemas.openxmlformats.org/drawingml/2006/main">
            <a:off x="609600" y="3343721"/>
            <a:ext cx="4476750" cy="2504182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FF38E-38BC-4629-BE62-E3FE37D7D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dc87dadd5409b"/>
          <a:stretch xmlns:a="http://schemas.openxmlformats.org/drawingml/2006/main"/>
        </p:blipFill>
        <p:spPr>
          <a:xfrm xmlns:a="http://schemas.openxmlformats.org/drawingml/2006/main">
            <a:off x="5362575" y="3343721"/>
            <a:ext cx="4476750" cy="2504182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D616E-B8E4-4605-AC7F-DBCF88CD8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3a61154d748e4"/>
          <a:stretch xmlns:a="http://schemas.openxmlformats.org/drawingml/2006/main"/>
        </p:blipFill>
        <p:spPr>
          <a:xfrm xmlns:a="http://schemas.openxmlformats.org/drawingml/2006/main">
            <a:off x="10115550" y="3343721"/>
            <a:ext cx="4476750" cy="25041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56EB0-3719-4C6C-BBFC-26460A37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发色、服装和颈部装置连接人物特写、对话场面与城市屏幕。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F9D23-EE8C-43C5-A34B-45EB36D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399705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5B16E-5F23-4F91-B80D-8B749DFC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04  /  科幻叙事视觉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31A95-72C1-45B7-848E-EC44574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明暗关系与结尾画面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DA592-8F89-4E59-BA94-9F081EE34F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c8ed130f141b8"/>
          <a:stretch xmlns:a="http://schemas.openxmlformats.org/drawingml/2006/main"/>
        </p:blipFill>
        <p:spPr>
          <a:xfrm xmlns:a="http://schemas.openxmlformats.org/drawingml/2006/main">
            <a:off x="2554190" y="1762125"/>
            <a:ext cx="10131620" cy="5667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8FC45-244A-4326-89BC-A756FE44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出口强光与人物剪影形成对比，画面保留明确的视觉焦点。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E500F-F016-44BA-AE5F-A667E724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368430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37CA3-2C5B-4E10-997A-FE97B6D9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2177E-3957-49E3-836C-BE179A5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角色展示与细节特写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BA423-F290-430B-92DF-9FE926183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750a97e5b457c"/>
          <a:stretch xmlns:a="http://schemas.openxmlformats.org/drawingml/2006/main"/>
        </p:blipFill>
        <p:spPr>
          <a:xfrm xmlns:a="http://schemas.openxmlformats.org/drawingml/2006/main">
            <a:off x="718520" y="1809750"/>
            <a:ext cx="3115911" cy="55721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5C548-EEBF-49AC-8B90-3B9A3F03E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2c6b1407d4b11"/>
          <a:stretch xmlns:a="http://schemas.openxmlformats.org/drawingml/2006/main"/>
        </p:blipFill>
        <p:spPr>
          <a:xfrm xmlns:a="http://schemas.openxmlformats.org/drawingml/2006/main">
            <a:off x="4280870" y="1809750"/>
            <a:ext cx="3115911" cy="5572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C8AB2-B10A-4E7F-8561-496182B714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314d0a3cc4639"/>
          <a:stretch xmlns:a="http://schemas.openxmlformats.org/drawingml/2006/main"/>
        </p:blipFill>
        <p:spPr>
          <a:xfrm xmlns:a="http://schemas.openxmlformats.org/drawingml/2006/main">
            <a:off x="7843220" y="1809750"/>
            <a:ext cx="3115911" cy="55721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0ACAB-8290-4548-B7A6-FC7D391BF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e386ecab442de"/>
          <a:stretch xmlns:a="http://schemas.openxmlformats.org/drawingml/2006/main"/>
        </p:blipFill>
        <p:spPr>
          <a:xfrm xmlns:a="http://schemas.openxmlformats.org/drawingml/2006/main">
            <a:off x="11405570" y="1809750"/>
            <a:ext cx="3115911" cy="5572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DF781-5C4F-402D-B77D-A44FE6D1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个人职责：视觉生成与精修。竖屏原片约 37 秒，展示面部、材质与全身动作。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C2220-51E8-4BD0-B06B-BEF87BEA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57759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0F53A-EC10-44A0-A9A6-3E129016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05  /  简历中的工业设计平台项目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6BBEF-F681-4F86-9AA6-794819CB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诸暨袜业定制平台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9828B-A77C-4276-9CDF-19C07CD2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AI 图案与生产图纸衔接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8D8B7-F178-4A54-9274-F117AFF6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简历职责：牵头搭建数字化视觉生产线与一站式网页服务平台。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26D52-0184-4639-A3D9-E252FC67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图案生成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F91E0-FE08-4DF6-81B2-36D23962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制作袜子款式与图案素材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6D4D1-6B60-4090-8327-2ABAA88E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8101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工业转换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CE3C3-3991-4C9E-B3B6-23967EF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667375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衔接工业点针生产图纸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8289E-24E0-465B-BBD3-56C40CBC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101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素材管理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E76D0-B1AB-4C11-BCEF-57C72DB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667375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组织素材与在线出图运营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7372A-D081-48F4-968A-D23C4E65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本页为简历职责整理。当前未提供平台界面、生产图纸或源工程截图。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02ECB-7B11-4BBD-BD66-681971BA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380081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E33E7-2191-43E7-91D8-1281EC26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05  /  自动化 AIGC 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46A87-FC5D-402C-9009-1250BA8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Python 批量出图工具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4461E-6D55-41AD-9C8A-2D776360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重复生产任务的自动化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CB44A-7B83-4C5B-817A-BF09144F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343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基于 Vibe Coding 搭建 Python 批量出图脚本，</a:t>
            </a:r>
          </a:p>
          <a:p xmlns:a="http://schemas.openxmlformats.org/drawingml/2006/main">
            <a:pPr>
              <a:defRPr sz="25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支持素材批量生成、风格统一校准和文件批量导出。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D19F5-64F2-4AE2-B951-AE9D9B4D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与视觉制作的关系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3157E-BEBA-4A9A-A653-AAC9D1DC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将多款素材的生成与导出纳入统一流程，</a:t>
            </a:r>
          </a:p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把更多时间用于人物、服装与画面细节的检查和修正。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E0009-A8E9-4CB0-84E2-12CB6BCE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职责取自简历，当前未提供代码截图、运行记录或可核验的效率数据。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D5FCE-0638-49EF-BF5A-A6DA26AD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395213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00BB3-87AD-4AE8-AD10-687627AE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CONCEPT STUDIES  /  概念练习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FA019-F811-4868-BF5B-167C2C1C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323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品牌与平面视觉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BCF45-182F-4D01-954E-1A2F7AE4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304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多媒介延展与版式探索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D4D78-73F1-46D5-9ADE-471A5179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352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以下案例为此前会话的 AI 辅助概念练习。</a:t>
            </a:r>
          </a:p>
          <a:p xmlns:a="http://schemas.openxmlformats.org/drawingml/2006/main">
            <a:pPr>
              <a:defRPr sz="24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用于展示视觉方向与应用构思，未标为真实客户项目。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D7039-CE4A-4AFB-824A-05B9E7AB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548271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11596-9F2C-41AD-8297-B59E8E69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06  /  AI 辅助概念练习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6E319-4E20-4BD0-85A8-9FBFF8D4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机器人产品品牌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13C80-1A49-4876-A124-1CBBCA6AAD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d58c6b9514577"/>
          <a:stretch xmlns:a="http://schemas.openxmlformats.org/drawingml/2006/main"/>
        </p:blipFill>
        <p:spPr>
          <a:xfrm xmlns:a="http://schemas.openxmlformats.org/drawingml/2006/main">
            <a:off x="4892742" y="1762125"/>
            <a:ext cx="5454516" cy="5667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B2DF8-A370-4C9E-9455-F91892DD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ORBIT 欧巡 P01：产品形态、黑白橙色彩与轨道元素。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0C3DB-AE39-4620-8963-17A6155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6488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13E75-1C8F-4C8D-A3B1-74FD56FB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06  /  AI 辅助概念练习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32E65-12A7-43D7-B4C6-721F4389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产品发布会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C94E1-ADEF-47E9-B7AE-242B9A8C74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56e7c5a2a4e14"/>
          <a:stretch xmlns:a="http://schemas.openxmlformats.org/drawingml/2006/main"/>
        </p:blipFill>
        <p:spPr>
          <a:xfrm xmlns:a="http://schemas.openxmlformats.org/drawingml/2006/main">
            <a:off x="3369469" y="1762125"/>
            <a:ext cx="8501063" cy="5667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AC4A0-D450-40B9-A0D7-CF888392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深蓝与发光圆弧贯穿舞台、入口及体验空间。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7B855-C31E-46B0-9275-E0399C98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119935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8F831-DC33-4F9B-8A86-132D914E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06  /  AI 辅助概念练习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61754-F5C5-419E-9C4B-D6AA3404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香氛品牌与包装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49FA8-69BA-4AEC-BCB7-DD61D6C142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b39c4f03e4cd3"/>
          <a:stretch xmlns:a="http://schemas.openxmlformats.org/drawingml/2006/main"/>
        </p:blipFill>
        <p:spPr>
          <a:xfrm xmlns:a="http://schemas.openxmlformats.org/drawingml/2006/main">
            <a:off x="3369469" y="1762125"/>
            <a:ext cx="8501063" cy="5667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7DAA7-7DA0-4442-9C17-27BFBB01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STILL 间息：统一瓶型与标签层级，区分系列香型。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E2311-6126-494E-B3C0-1577633E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52536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CE84A-450F-44E7-9F0E-EA3DAE99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06  /  AI 辅助概念练习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4386B-5D7F-4DEA-A0D8-D63C5DF9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活动营销与导视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B5898-3635-4600-BDA3-D145597038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a9c3bc37540a9"/>
          <a:stretch xmlns:a="http://schemas.openxmlformats.org/drawingml/2006/main"/>
        </p:blipFill>
        <p:spPr>
          <a:xfrm xmlns:a="http://schemas.openxmlformats.org/drawingml/2006/main">
            <a:off x="3369469" y="1762125"/>
            <a:ext cx="8501063" cy="5667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373D0-E193-4195-81C8-BE03B3F6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周末出逃计划：颜色与图标帮助辨认活动分区。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C4342-29FF-4256-802C-909FE5E0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569080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71163-71F0-4DDE-96AE-194B9E16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06  /  AI 辅助概念练习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8164C-4BC5-4A2E-B6A8-FF6BBE6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编辑设计与网格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EA8AC-7BF1-46DA-8675-D21CD9F1C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a20ecf4a045b1"/>
          <a:stretch xmlns:a="http://schemas.openxmlformats.org/drawingml/2006/main"/>
        </p:blipFill>
        <p:spPr>
          <a:xfrm xmlns:a="http://schemas.openxmlformats.org/drawingml/2006/main">
            <a:off x="3369469" y="1762125"/>
            <a:ext cx="8501063" cy="5667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1F35F-716E-4FE1-8393-E3237E0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街间 BETWEEN：探索刊物封面、字体层级和网格规则。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53268-1AD1-4A41-8941-86AA2306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5255688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01E48-3725-449F-BB25-42BC176C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06  /  AI 辅助概念练习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0ECD8-C1CC-4DFD-9740-1CB5F0DF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数字界面概念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B00F6-46CE-4A03-9CA5-A4DBD38E1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3218a14594640"/>
          <a:stretch xmlns:a="http://schemas.openxmlformats.org/drawingml/2006/main"/>
        </p:blipFill>
        <p:spPr>
          <a:xfrm xmlns:a="http://schemas.openxmlformats.org/drawingml/2006/main">
            <a:off x="2585010" y="1762125"/>
            <a:ext cx="10069980" cy="5667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FDF14-4BD6-4376-9742-AC006189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FORM：参考图、提示词与四宫格结果按创作任务排列。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93E33-8D18-48ED-B7FD-C5540216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007113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75935-FD0D-4E63-BD8B-13F7FCBA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VISUAL DESIGN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82D44-2A35-4FC9-836B-BFC8F673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381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项目贡献与素材范围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79D89-FB0B-447E-898B-BEB62C0E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304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真实项目与已提供作品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3D73C-D24C-42CD-8EAF-58DD159F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371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童装换装与《公主请自重》：职责按简历整理。</a:t>
            </a:r>
          </a:p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五粮液广告、《情绪交易》、角色视频：视觉生成与精修。</a:t>
            </a:r>
          </a:p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平台与自动化项目：按简历介绍，尚未提供项目截图。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12140-27F8-4930-B4AD-FD28BCF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304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概念练习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36BA8-EE0F-4E0A-90EF-27E1754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品牌、活动与界面案例由此前会话 AI 辅助生成。</a:t>
            </a:r>
          </a:p>
          <a:p xmlns:a="http://schemas.openxmlformats.org/drawingml/2006/main">
            <a:pPr>
              <a:defRPr sz="217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外层文字和编排可编辑，项目展示图与视频关键帧为位图。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7B059-B2CC-41DE-9EFC-9D38D808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1941458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8B1F8-8ACF-44C7-9121-22EEAA04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朱雨雨  /  联系方式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C7075-DF25-4CC4-AC25-48FCB4EA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314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7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0" b="1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感谢观看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33718-C4E6-4249-AEB1-480FDA3F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69724D"/>
                </a:solidFill>
                <a:latin typeface="Noto Sans CJK SC"/>
                <a:ea typeface="Noto Sans CJK SC"/>
                <a:cs typeface="Noto Sans CJK SC"/>
              </a:rPr>
              <a:t>视觉设计师  /  AI 视觉制作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CAAB7-E7E4-4726-AED7-B4DEA444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333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电话  17605816173</a:t>
            </a:r>
          </a:p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邮箱  173133390@qq.com</a:t>
            </a:r>
          </a:p>
          <a:p xmlns:a="http://schemas.openxmlformats.org/drawingml/2006/main">
            <a:pPr>
              <a:def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521"/>
                </a:solidFill>
                <a:latin typeface="Noto Sans CJK SC"/>
                <a:ea typeface="Noto Sans CJK SC"/>
                <a:cs typeface="Noto Sans CJK SC"/>
              </a:rPr>
              <a:t>求职城市  杭州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1FB7F-7C33-4694-9E14-38DD5485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C63"/>
                </a:solidFill>
                <a:latin typeface="Noto Sans CJK SC"/>
                <a:ea typeface="Noto Sans CJK SC"/>
                <a:cs typeface="Noto Sans CJK S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088112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2026-10-10T13:09:09.7560000Z</dcterms:created>
  <dcterms:modified xsi:type="dcterms:W3CDTF">2026-10-10T13:09:09.7560000Z</dcterms:modified>
</coreProperties>
</file>